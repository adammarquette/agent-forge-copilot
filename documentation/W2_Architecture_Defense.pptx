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30s. This is the Week 2 architecture defense. We add two things to the Week 1 agent: it can now SEE clinical documents, and it routes work across a small multi-agent graph. The whole architecture is organized around one idea — trust under failure — and it's all one .NET service, an expansion of Week 1, not a new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in 30s. Five decisions I can defend: one .NET service so Week 1 compounds; write-back authority grounded in what the fork actually supports; the critic is our existing verification layer reused; a redundant cloud-native design; and a CI gate that genuinely blocks regressions. Narrower than the spec, stronger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37A8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2926080" cy="2926080"/>
          </a:xfrm>
          <a:prstGeom prst="ellipse">
            <a:avLst/>
          </a:prstGeom>
          <a:solidFill>
            <a:srgbClr val="03C39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4846320"/>
            <a:ext cx="2834640" cy="2834640"/>
          </a:xfrm>
          <a:prstGeom prst="ellipse">
            <a:avLst/>
          </a:prstGeom>
          <a:solidFill>
            <a:srgbClr val="00A896">
              <a:alpha val="13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3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DEFENSE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AgentForge Clinical Co-Pilot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28163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Multimodal Evidence Agent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clinical documents · routing work across a small multi-agent graph · gating every change with evals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8920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3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gap between a demo and a tool a clinician trusts is trust under failure.”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the Week 1 sidecar — one service, all-.NET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3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Week 2 adds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cardiologist, same 90-second window — but the change that matters today is now locked inside a scanned lab PDF and a front-desk intake form.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1600200"/>
          </a:xfrm>
          <a:prstGeom prst="roundRect">
            <a:avLst>
              <a:gd name="adj" fmla="val 5143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3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See documents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 scanned lab PDF and an intake form. Extract structured facts — value, unit, reference range, date — with a citation on every field.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2331720"/>
            <a:ext cx="5440680" cy="1600200"/>
          </a:xfrm>
          <a:prstGeom prst="roundRect">
            <a:avLst>
              <a:gd name="adj" fmla="val 5143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2514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3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Route work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46520" y="29718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sends work to two workers and a critic. Grounding is never lost across the handoffs, and the routing is inspectable.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PROBLEMS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2112264" cy="475488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 w="12700">
            <a:solidFill>
              <a:srgbClr val="03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709160"/>
            <a:ext cx="2112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without invention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61488" y="4709160"/>
            <a:ext cx="2112264" cy="475488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 w="12700">
            <a:solidFill>
              <a:srgbClr val="03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61488" y="4709160"/>
            <a:ext cx="2112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grounding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74336" y="4709160"/>
            <a:ext cx="2112264" cy="475488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 w="12700">
            <a:solidFill>
              <a:srgbClr val="03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4709160"/>
            <a:ext cx="2112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Inspectable routing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87184" y="4709160"/>
            <a:ext cx="2112264" cy="475488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 w="12700">
            <a:solidFill>
              <a:srgbClr val="03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87184" y="4709160"/>
            <a:ext cx="2112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Eval-driven CI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00032" y="4709160"/>
            <a:ext cx="2112264" cy="475488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 w="12700">
            <a:solidFill>
              <a:srgbClr val="03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0032" y="4709160"/>
            <a:ext cx="2112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integrity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still traces to the Week 1 user and use cases — nothing built for its own sake.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AgentForge · Week 2 Architecture Defense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3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service, all-.NET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agent-forge-copilot — no new project.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compounds: auth, correlation IDs, typed contracts, observability — one trace across every new boundary the sprint grades.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permits equivalents — “another inspectable orchestration framework,” “Cohere Rerank or equivalent.”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Narrower is stronger: one deployment, one auth model, one eval gate.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55080" y="1645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TOOL  →  .NET COUNTERPART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55080" y="2057400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21854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Agents SDK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24780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supervisor state machine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3026664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3154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Rerank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34472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via Refit (IReranker)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3995928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41239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VLM pipeline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44165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ILlmProvider vision seam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4965192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50932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/ RAG stack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53858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 + FTS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AgentForge · Week 2 Architecture Defense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3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02 · THE STRONGEST CALL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Write-back: one authority per data type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E3F1EF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against the fork route table:  </a:t>
            </a:r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FHIR API is read-only for our data types — only Organization / Patient / Practitioner accept POST. No POST for Observation, DocumentReference, Binary, or DiagnosticReport.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0540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document  →  OpenEMR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49300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via standard REST POST /api/patient/:pid/document. Cited via GET /fhir/DocumentReference + /Binary.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is authoritative.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288036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30540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 facts  →  Sidecar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349300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supported FHIR/REST create path. Stored sidecar-side, each citing the DocumentReference id + page + bbox.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is authoritative.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class of data is never written twice  →  no duplicates, no silent overwrites, nothing untraceable.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AgentForge · Week 2 Architecture Defense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3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small, inspectable graph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0A2A2F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· decides · never fabricates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99232" y="3200400"/>
            <a:ext cx="502920" cy="0"/>
          </a:xfrm>
          <a:prstGeom prst="line">
            <a:avLst/>
          </a:prstGeom>
          <a:noFill/>
          <a:ln w="31750">
            <a:solidFill>
              <a:srgbClr val="037A8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11880" y="1965960"/>
            <a:ext cx="3429000" cy="2468880"/>
          </a:xfrm>
          <a:prstGeom prst="roundRect">
            <a:avLst>
              <a:gd name="adj" fmla="val 3333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94760" y="2084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94760" y="2487168"/>
            <a:ext cx="3063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50208" y="25786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intake-extractor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950208" y="288950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→ strict schema → write-back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94760" y="3456432"/>
            <a:ext cx="3063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50208" y="35478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evidence-retriever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50208" y="38587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 → rerank → top-k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50608" y="3200400"/>
            <a:ext cx="502920" cy="0"/>
          </a:xfrm>
          <a:prstGeom prst="line">
            <a:avLst/>
          </a:prstGeom>
          <a:noFill/>
          <a:ln w="31750">
            <a:solidFill>
              <a:srgbClr val="037A8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0" y="251460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03C39A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0" y="27614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863840" y="316382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Week 1 Verification,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as a node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30968" y="3200400"/>
            <a:ext cx="457200" cy="0"/>
          </a:xfrm>
          <a:prstGeom prst="line">
            <a:avLst/>
          </a:prstGeom>
          <a:noFill/>
          <a:ln w="31750">
            <a:solidFill>
              <a:srgbClr val="037A8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561320" y="2606040"/>
            <a:ext cx="1417320" cy="1188720"/>
          </a:xfrm>
          <a:prstGeom prst="roundRect">
            <a:avLst>
              <a:gd name="adj" fmla="val 6923"/>
            </a:avLst>
          </a:prstGeom>
          <a:solidFill>
            <a:srgbClr val="0A2A2F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561320" y="28803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handoff is a logged event; each worker span is a child of the supervisor span — inspectable from the trace alone.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 rejects uncited or unsafe claims — reroute for more evidence or drop the claim, never release it.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AgentForge · Week 2 Architecture Defense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3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CORE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without inventing. Ground every claim.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383280"/>
          </a:xfrm>
          <a:prstGeom prst="roundRect">
            <a:avLst>
              <a:gd name="adj" fmla="val 2432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03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is the gate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VLM output never bypasses the strict schema. Fails validation → rejected at the boundary, nothing persisted. This is “vision without invention.”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566160" cy="3383280"/>
          </a:xfrm>
          <a:prstGeom prst="roundRect">
            <a:avLst>
              <a:gd name="adj" fmla="val 2432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1031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9432" y="2834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RAG + rerank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9432" y="356616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FTS (sparse) + pgvector (dense), merged by RRF, reranked (Cohere via Refit). Only the top grounded evidence reaches the model.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828800"/>
            <a:ext cx="3566160" cy="3383280"/>
          </a:xfrm>
          <a:prstGeom prst="roundRect">
            <a:avLst>
              <a:gd name="adj" fmla="val 2432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103120"/>
            <a:ext cx="566928" cy="566928"/>
          </a:xfrm>
          <a:prstGeom prst="ellipse">
            <a:avLst/>
          </a:prstGeom>
          <a:solidFill>
            <a:srgbClr val="03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75904" y="2834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Citations + click-to-source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75904" y="356616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{source_type, source_id, page, field/chunk, quote} plus a bounding box. Click a fact → highlight the exact region on the page image.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AgentForge · Week 2 Architecture Defense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3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Redundant and performant by design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0" cy="868680"/>
          </a:xfrm>
          <a:prstGeom prst="roundRect">
            <a:avLst>
              <a:gd name="adj" fmla="val 9474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health-gated on /ready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63240" y="2651760"/>
            <a:ext cx="0" cy="256032"/>
          </a:xfrm>
          <a:prstGeom prst="line">
            <a:avLst/>
          </a:prstGeom>
          <a:noFill/>
          <a:ln w="31750">
            <a:solidFill>
              <a:srgbClr val="037A8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907792"/>
            <a:ext cx="5029200" cy="868680"/>
          </a:xfrm>
          <a:prstGeom prst="roundRect">
            <a:avLst>
              <a:gd name="adj" fmla="val 9474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044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stateless replicas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364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auto-scaled across availability zones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63240" y="3776472"/>
            <a:ext cx="0" cy="256032"/>
          </a:xfrm>
          <a:prstGeom prst="line">
            <a:avLst/>
          </a:prstGeom>
          <a:noFill/>
          <a:ln w="31750">
            <a:solidFill>
              <a:srgbClr val="037A8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4032504"/>
            <a:ext cx="5029200" cy="868680"/>
          </a:xfrm>
          <a:prstGeom prst="roundRect">
            <a:avLst>
              <a:gd name="adj" fmla="val 9474"/>
            </a:avLst>
          </a:prstGeom>
          <a:solidFill>
            <a:srgbClr val="E3F1EF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1696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Multi-AZ data tier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4897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 · replicated cache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175504"/>
            <a:ext cx="5029200" cy="777240"/>
          </a:xfrm>
          <a:prstGeom prst="roundRect">
            <a:avLst>
              <a:gd name="adj" fmla="val 10588"/>
            </a:avLst>
          </a:prstGeom>
          <a:solidFill>
            <a:srgbClr val="0A2A2F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52852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ingestion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5577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→ autoscaled extraction workers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1783080"/>
            <a:ext cx="2788920" cy="1417320"/>
          </a:xfrm>
          <a:prstGeom prst="roundRect">
            <a:avLst>
              <a:gd name="adj" fmla="val 5806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19476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3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point of failure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035040" y="24414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replicas, ≥2 AZs, standby failover, rolling deploys.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78240" y="1783080"/>
            <a:ext cx="2788920" cy="1417320"/>
          </a:xfrm>
          <a:prstGeom prst="roundRect">
            <a:avLst>
              <a:gd name="adj" fmla="val 5806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0" y="19476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3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 services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961120" y="24414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Session/token + DataProtection externalized to a replicated cache.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52160" y="3355848"/>
            <a:ext cx="2788920" cy="1417320"/>
          </a:xfrm>
          <a:prstGeom prst="roundRect">
            <a:avLst>
              <a:gd name="adj" fmla="val 5806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3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Async, resilient ingestion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035040" y="40142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absorbs spikes; failed work redelivered, never dropped.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778240" y="3355848"/>
            <a:ext cx="2788920" cy="1417320"/>
          </a:xfrm>
          <a:prstGeom prst="roundRect">
            <a:avLst>
              <a:gd name="adj" fmla="val 5806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96112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3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Cached &amp; fast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961120" y="40142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prompt caching, read replicas, CDN for assets.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demos on Railway · the same container image scales out to the AWS target by config, not a rewrite.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AgentForge · Week 2 Architecture Defense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3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PROVEN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gate: eval-driven CI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3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golden cases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25112" y="17830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25112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3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325112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rubrics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01584" y="17830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EFF6F6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1584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37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&gt;5%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101584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fails the build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RUBRICS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2112264" cy="475488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 w="12700">
            <a:solidFill>
              <a:srgbClr val="03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69080"/>
            <a:ext cx="2112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schema_valid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61488" y="4069080"/>
            <a:ext cx="2112264" cy="475488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 w="12700">
            <a:solidFill>
              <a:srgbClr val="03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1488" y="4069080"/>
            <a:ext cx="2112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citation_present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74336" y="4069080"/>
            <a:ext cx="2112264" cy="475488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 w="12700">
            <a:solidFill>
              <a:srgbClr val="03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4069080"/>
            <a:ext cx="2112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factually_consistent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87184" y="4069080"/>
            <a:ext cx="2112264" cy="475488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 w="12700">
            <a:solidFill>
              <a:srgbClr val="03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7184" y="4069080"/>
            <a:ext cx="2112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safe_refusal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400032" y="4069080"/>
            <a:ext cx="2112264" cy="475488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 w="12700">
            <a:solidFill>
              <a:srgbClr val="03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0032" y="4069080"/>
            <a:ext cx="2112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no_phi_in_logs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0A2A2F"/>
          </a:solidFill>
          <a:ln/>
          <a:effectLst>
            <a:outerShdw sx="100000" sy="100000" kx="0" ky="0" algn="bl" rotWithShape="0" blurRad="88900" dist="25400" dir="5400000">
              <a:srgbClr val="A9C0C1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0292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injects a regression to confirm the gate blocks it</a:t>
            </a:r>
            <a:pPr indent="0" marL="0">
              <a:buNone/>
            </a:pPr>
            <a:r>
              <a:rPr lang="en-US" sz="14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we build and test the gate first, not just the cases. Deterministic checks where mechanical (schema, citation, PHI); an LLM judge only for consistency and refusal.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AgentForge · Week 2 Architecture Defense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06240"/>
            <a:ext cx="3840480" cy="3840480"/>
          </a:xfrm>
          <a:prstGeom prst="ellipse">
            <a:avLst/>
          </a:prstGeom>
          <a:solidFill>
            <a:srgbClr val="037A8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-1280160"/>
            <a:ext cx="3291840" cy="3291840"/>
          </a:xfrm>
          <a:prstGeom prst="ellipse">
            <a:avLst/>
          </a:prstGeom>
          <a:solidFill>
            <a:srgbClr val="03C39A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3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I'LL DEFEND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98755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decisions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03C39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039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service, all-.NET — the Week 1 platform compounds.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770632"/>
            <a:ext cx="457200" cy="457200"/>
          </a:xfrm>
          <a:prstGeom prst="ellipse">
            <a:avLst/>
          </a:prstGeom>
          <a:solidFill>
            <a:srgbClr val="03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275234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 authority grounded in the fork — one source of truth per data type.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3483864"/>
            <a:ext cx="457200" cy="457200"/>
          </a:xfrm>
          <a:prstGeom prst="ellipse">
            <a:avLst/>
          </a:prstGeom>
          <a:solidFill>
            <a:srgbClr val="03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63040" y="346557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 is the Week 1 verification layer, reused as a graph node.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4197096"/>
            <a:ext cx="457200" cy="457200"/>
          </a:xfrm>
          <a:prstGeom prst="ellipse">
            <a:avLst/>
          </a:prstGeom>
          <a:solidFill>
            <a:srgbClr val="03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4178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Redundant, performant, cloud-native — stateless, Multi-AZ, async ingestion.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" y="4910328"/>
            <a:ext cx="457200" cy="457200"/>
          </a:xfrm>
          <a:prstGeom prst="ellipse">
            <a:avLst/>
          </a:prstGeom>
          <a:solidFill>
            <a:srgbClr val="03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63040" y="4892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 gate that actually blocks a regression.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3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Narrower than the spec. Stronger because of it.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2026-07-13T17:06:36Z</dcterms:created>
  <dcterms:modified xsi:type="dcterms:W3CDTF">2026-07-13T17:06:36Z</dcterms:modified>
</cp:coreProperties>
</file>